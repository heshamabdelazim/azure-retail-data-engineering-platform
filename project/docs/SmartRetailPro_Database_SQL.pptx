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قاعدة البيانات وSQL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الجداول، الـ Views، أمثلة الاستعلامات، وكيف تخدم التحليل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نموذج البيانات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الجداول الأساسية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الجداول التجميعية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الـ Views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أمثلة SQL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كيف تشرح قاعدة البيانات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نموذج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مستودع SQLite محلي قابل للاستعلام مباشرة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9456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Dimensions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9456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Facts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9456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Aggregates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9456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94560"/>
            <a:ext cx="1664208" cy="804672"/>
          </a:xfrm>
          <a:prstGeom prst="round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657600"/>
            <a:ext cx="48463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5641848" y="3657600"/>
            <a:ext cx="118872" cy="15087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143000" y="3822192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الفكرة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143000" y="4315968"/>
            <a:ext cx="4343400" cy="7040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فصل الأبعاد عن الحقائق.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بناء تجميعات جاهزة بدل الحساب اليدوي المتكرر.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توفير Views سهلة للإدارة والتحليل.</a:t>
            </a:r>
          </a:p>
        </p:txBody>
      </p:sp>
      <p:sp>
        <p:nvSpPr>
          <p:cNvPr id="20" name="Shape 20"/>
          <p:cNvSpPr/>
          <p:nvPr/>
        </p:nvSpPr>
        <p:spPr>
          <a:xfrm>
            <a:off x="6217920" y="3657600"/>
            <a:ext cx="48463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10945368" y="3657600"/>
            <a:ext cx="118872" cy="15087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6446520" y="3822192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القيمة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446520" y="4315968"/>
            <a:ext cx="4343400" cy="7040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استعلامات أسرع وأسهل.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تسهيل ربط Dashboard.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نموذج مناسب للشرح والتوسع.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الجداول الأساسية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Dimensions وFacts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1325880"/>
            <a:ext cx="2876245" cy="896112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الجدول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653485" y="1325880"/>
            <a:ext cx="2130552" cy="896112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النوع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784037" y="1325880"/>
            <a:ext cx="5645963" cy="896112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2221992"/>
            <a:ext cx="28762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dim_customer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653485" y="2221992"/>
            <a:ext cx="21305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784037" y="2221992"/>
            <a:ext cx="564596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بيانات العملاء والمدينة والشريحة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3118104"/>
            <a:ext cx="2876245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dim_product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653485" y="3118104"/>
            <a:ext cx="2130552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784037" y="3118104"/>
            <a:ext cx="5645963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بيانات المنتجات والفئات والأسعار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77240" y="4014216"/>
            <a:ext cx="28762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fact_sales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653485" y="4014216"/>
            <a:ext cx="213055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Fact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5784037" y="4014216"/>
            <a:ext cx="564596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صف لكل بند طلب صالح بعد التنظيف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77240" y="4910328"/>
            <a:ext cx="2876245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fact_web_event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653485" y="4910328"/>
            <a:ext cx="2130552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Fact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784037" y="4910328"/>
            <a:ext cx="5645963" cy="896112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صف لكل حدث Web/App صالح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الجداول التجميعية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Gold layer داخل SQLite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234440"/>
            <a:ext cx="3808476" cy="769620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الجدول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494276" y="1234440"/>
            <a:ext cx="7072884" cy="769620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الاستخدام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2004060"/>
            <a:ext cx="3808476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agg_daily_sales_kpis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494276" y="2004060"/>
            <a:ext cx="7072884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KPIs يومية مثل الإيراد والطلبات ومتوسط الطلب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85800" y="2773680"/>
            <a:ext cx="3808476" cy="76962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agg_product_performance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94276" y="2773680"/>
            <a:ext cx="7072884" cy="76962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ترتيب المنتجات حسب الإيراد والكمية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3543300"/>
            <a:ext cx="3808476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agg_city_segment_performance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494276" y="3543300"/>
            <a:ext cx="7072884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تحليل المدينة وشريحة العميل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85800" y="4312920"/>
            <a:ext cx="3808476" cy="76962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agg_channel_sales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494276" y="4312920"/>
            <a:ext cx="7072884" cy="76962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أداء قنوات البيع ونسبة الإيراد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85800" y="5082540"/>
            <a:ext cx="3808476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agg_behavior_funnel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494276" y="5082540"/>
            <a:ext cx="7072884" cy="76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قمع السلوك من المشاهدة إلى الدفع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SQL Views الجاهزة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طبقة قراءة سهلة فوق الجداول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34440"/>
            <a:ext cx="5212080" cy="429768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78 |   average_order_value REAL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79 | 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80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81 | CREATE TABLE agg_channel_sales (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82 |   sales_channel TEXT,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83 |   total_sales_revenue REAL,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84 |   total_orders INTEGER,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85 |   total_items_sold INTEGER,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86 |   revenue_share REAL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87 | 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89 | CREATE TABLE agg_behavior_funnel (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90 |   product_id TEXT,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91 |   product_name TEXT,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92 |   product_view_count INTEGER,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93 |   add_to_cart_count INTEGER,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94 |   checkout_start_count INTEGER,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95 |   add_to_cart_rate REAL,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96 |   checkout_start_rate REAL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97 | 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99 | CREATE TABLE pipeline_run (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100 |   run_id TEXT PRIMARY KEY,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101 |   completed_at TEXT,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102 |   stages_json TEXT,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103 |   summary_json TEXT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104 | 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105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106 | CREATE VIEW vw_retail_kpi_scorecard AS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107 | SELECT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108 |   ROUND(SUM(total_sales_revenue), 2) AS total_sales_revenue,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109 |   SUM(total_orders) AS total_orders,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110 |   SUM(total_items_sold) AS total_items_sold,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111 |   ROUND(SUM(total_sales_revenue) / NULLIF(SUM(total_orders), 0), 2) AS average_order_value,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112 |   ROUND(AVG(discount_impact_rate), 4) AS average_discount_impact_rate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113 | FROM agg_daily_sales_kpis;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114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115 | CREATE VIEW vw_top_products AS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116 | SELECT revenue_rank, product_id, product_name, category, total_sales_revenue, total_orders, total_items_sold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117 | FROM agg_product_performance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118 | ORDER BY revenue_rank;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120 | CREATE VIEW vw_city_segment_sales AS</a:t>
            </a:r>
          </a:p>
        </p:txBody>
      </p:sp>
      <p:sp>
        <p:nvSpPr>
          <p:cNvPr id="8" name="Shape 8"/>
          <p:cNvSpPr/>
          <p:nvPr/>
        </p:nvSpPr>
        <p:spPr>
          <a:xfrm>
            <a:off x="6217920" y="1234440"/>
            <a:ext cx="50292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34440"/>
            <a:ext cx="118872" cy="429768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446520" y="1399032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متى تستخدم Views؟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46520" y="1892808"/>
            <a:ext cx="4526280" cy="349300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عرض KPI للإدارة.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أفضل المنتجات.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مبيعات المدن والشرائح.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صحة جودة البيانات.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تحليل قمع السلوك.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أمثلة SQL للعرض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استعلامات جاهزة للشرح أو العرض المباشر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325880"/>
            <a:ext cx="10789920" cy="19202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vw_retail_kpi_scorecard;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vw_top_products LIMIT 10;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vw_city_segment_sales LIMIT 20;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vw_data_quality_health;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3794760"/>
            <a:ext cx="10332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3794760"/>
            <a:ext cx="118872" cy="114300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43000" y="3959352"/>
            <a:ext cx="982980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نقطة مهمة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43000" y="4453128"/>
            <a:ext cx="9829800" cy="33832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الواجهة تمنع أوامر التعديل وتسمح باستعلامات قراءة فقط مثل SELECT/WITH/PRAGMA، وهذا يحافظ على سلامة قاعدة البيانات.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قاعدة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SQLite جعل المشروع خفيفًا وسهل النقل.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الجداول منظمة حسب Dimensions/Facts/Aggregates.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الـ Views تجعل التحليل بسيطًا وواضحًا.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الاستعلامات قابلة للتنفيذ من واجهة المشروع.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2026-05-05T22:04:27.985Z</dcterms:created>
  <dcterms:modified xsi:type="dcterms:W3CDTF">2026-05-05T22:04:27.985Z</dcterms:modified>
</cp:coreProperties>
</file>