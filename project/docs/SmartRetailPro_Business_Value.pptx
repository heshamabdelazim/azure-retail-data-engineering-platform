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554480"/>
            <a:ext cx="10561320" cy="8229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القيمة التجارية للمشروع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2514600"/>
            <a:ext cx="9829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كيف يحول المشروع البيانات إلى قرارات أعمال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8872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KPIs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97764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Retail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6656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Insights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55548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محتويات العرض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المحاور التي سيتم شرحها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641848" y="1417320"/>
            <a:ext cx="118872" cy="9601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 سؤال العمل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1" name="Shape 11"/>
          <p:cNvSpPr/>
          <p:nvPr/>
        </p:nvSpPr>
        <p:spPr>
          <a:xfrm>
            <a:off x="630936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1082528" y="1417320"/>
            <a:ext cx="118872" cy="9601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53796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2. KPIs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5" name="Shape 15"/>
          <p:cNvSpPr/>
          <p:nvPr/>
        </p:nvSpPr>
        <p:spPr>
          <a:xfrm>
            <a:off x="86868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641848" y="2743200"/>
            <a:ext cx="118872" cy="9601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9728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3. أفضل المنتجات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9" name="Shape 19"/>
          <p:cNvSpPr/>
          <p:nvPr/>
        </p:nvSpPr>
        <p:spPr>
          <a:xfrm>
            <a:off x="630936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2743200"/>
            <a:ext cx="118872" cy="9601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53796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4. القنوات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3796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641848" y="4069080"/>
            <a:ext cx="118872" cy="9601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9728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5. المدن والشرائح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7" name="Shape 27"/>
          <p:cNvSpPr/>
          <p:nvPr/>
        </p:nvSpPr>
        <p:spPr>
          <a:xfrm>
            <a:off x="630936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1082528" y="4069080"/>
            <a:ext cx="118872" cy="96012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53796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6. قيمة المشروع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سؤال العمل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ما الذي تريد الإدارة معرفته؟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325880"/>
            <a:ext cx="33832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4041648" y="1325880"/>
            <a:ext cx="118872" cy="34747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0584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المبيعات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05840" y="1984248"/>
            <a:ext cx="28803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كم الإيراد؟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كم عدد الطلبات؟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ما متوسط الطلب؟</a:t>
            </a:r>
          </a:p>
        </p:txBody>
      </p:sp>
      <p:sp>
        <p:nvSpPr>
          <p:cNvPr id="11" name="Shape 11"/>
          <p:cNvSpPr/>
          <p:nvPr/>
        </p:nvSpPr>
        <p:spPr>
          <a:xfrm>
            <a:off x="4434840" y="1325880"/>
            <a:ext cx="33832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7699248" y="1325880"/>
            <a:ext cx="118872" cy="34747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6344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المنتجات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63440" y="1984248"/>
            <a:ext cx="28803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ما الأفضل؟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ما الأكثر بيعًا؟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أي فئة تحقق قيمة؟</a:t>
            </a:r>
          </a:p>
        </p:txBody>
      </p:sp>
      <p:sp>
        <p:nvSpPr>
          <p:cNvPr id="15" name="Shape 15"/>
          <p:cNvSpPr/>
          <p:nvPr/>
        </p:nvSpPr>
        <p:spPr>
          <a:xfrm>
            <a:off x="8092440" y="1325880"/>
            <a:ext cx="33832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11356848" y="1325880"/>
            <a:ext cx="118872" cy="34747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32104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العملاء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321040" y="1984248"/>
            <a:ext cx="28803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أي مدينة أقوى؟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أي شريحة أفضل؟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أي قناة تكسب؟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مؤشرات الأداء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KPIs من آخر تشغيل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417320"/>
            <a:ext cx="2560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859536" y="1581912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59536" y="1984248"/>
            <a:ext cx="230428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$739,868</a:t>
            </a:r>
          </a:p>
        </p:txBody>
      </p:sp>
      <p:sp>
        <p:nvSpPr>
          <p:cNvPr id="10" name="Shape 10"/>
          <p:cNvSpPr/>
          <p:nvPr/>
        </p:nvSpPr>
        <p:spPr>
          <a:xfrm>
            <a:off x="3429000" y="1417320"/>
            <a:ext cx="2560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3557016" y="1581912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557016" y="1984248"/>
            <a:ext cx="230428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813</a:t>
            </a:r>
          </a:p>
        </p:txBody>
      </p:sp>
      <p:sp>
        <p:nvSpPr>
          <p:cNvPr id="13" name="Shape 13"/>
          <p:cNvSpPr/>
          <p:nvPr/>
        </p:nvSpPr>
        <p:spPr>
          <a:xfrm>
            <a:off x="6126480" y="1417320"/>
            <a:ext cx="2560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6254496" y="1581912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Items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254496" y="1984248"/>
            <a:ext cx="230428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6,033</a:t>
            </a:r>
          </a:p>
        </p:txBody>
      </p:sp>
      <p:sp>
        <p:nvSpPr>
          <p:cNvPr id="16" name="Shape 16"/>
          <p:cNvSpPr/>
          <p:nvPr/>
        </p:nvSpPr>
        <p:spPr>
          <a:xfrm>
            <a:off x="8823960" y="1417320"/>
            <a:ext cx="2560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951976" y="1581912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AOV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951976" y="1984248"/>
            <a:ext cx="230428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$910</a:t>
            </a:r>
          </a:p>
        </p:txBody>
      </p:sp>
      <p:sp>
        <p:nvSpPr>
          <p:cNvPr id="19" name="Shape 19"/>
          <p:cNvSpPr/>
          <p:nvPr/>
        </p:nvSpPr>
        <p:spPr>
          <a:xfrm>
            <a:off x="914400" y="3657600"/>
            <a:ext cx="102870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3657600"/>
            <a:ext cx="118872" cy="123444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1143000" y="3822192"/>
            <a:ext cx="9784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ماذا تعني هذه الأرقام؟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143000" y="4315968"/>
            <a:ext cx="9784080" cy="4297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توفر الإدارة صورة فورية عن حجم المبيعات وعدد الطلبات ومتوسط قيمة الطلب دون فتح ملفات CSV أو كتابة كود.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أفضل المنتجات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Product Performance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371600"/>
            <a:ext cx="457200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276088" y="1371600"/>
            <a:ext cx="118872" cy="34747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51560" y="153619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Top Product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51560" y="2029968"/>
            <a:ext cx="406908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Premium Coffee Basic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Revenue: $32,912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Orders: 46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Items: 138</a:t>
            </a:r>
          </a:p>
        </p:txBody>
      </p:sp>
      <p:sp>
        <p:nvSpPr>
          <p:cNvPr id="11" name="Shape 11"/>
          <p:cNvSpPr/>
          <p:nvPr/>
        </p:nvSpPr>
        <p:spPr>
          <a:xfrm>
            <a:off x="5943600" y="1371600"/>
            <a:ext cx="457200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0396728" y="1371600"/>
            <a:ext cx="118872" cy="34747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172200" y="153619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قيمة التحليل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172200" y="2029968"/>
            <a:ext cx="406908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تحديد المنتجات التي تستحق حملات تسويقية.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دعم قرارات المخزون.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فهم الفئات الأقوى.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قنوات البيع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Channel Performance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371600"/>
            <a:ext cx="457200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276088" y="1371600"/>
            <a:ext cx="118872" cy="34747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51560" y="153619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أفضل قناة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51560" y="2029968"/>
            <a:ext cx="406908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Mobile App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Revenue: $257,333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Share: 34.8%</a:t>
            </a:r>
          </a:p>
        </p:txBody>
      </p:sp>
      <p:sp>
        <p:nvSpPr>
          <p:cNvPr id="11" name="Shape 11"/>
          <p:cNvSpPr/>
          <p:nvPr/>
        </p:nvSpPr>
        <p:spPr>
          <a:xfrm>
            <a:off x="5943600" y="1371600"/>
            <a:ext cx="457200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0396728" y="1371600"/>
            <a:ext cx="118872" cy="34747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172200" y="153619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قرارات ممكنة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172200" y="2029968"/>
            <a:ext cx="406908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توجيه الميزانية للقنوات الأقوى.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تحسين القنوات الضعيفة.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قياس أثر التطبيق والموقع والمتجر.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المدن والشرائح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City / Segment Analysis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371600"/>
            <a:ext cx="457200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276088" y="1371600"/>
            <a:ext cx="118872" cy="34747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51560" y="153619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أفضل مدينة/شريحة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51560" y="2029968"/>
            <a:ext cx="406908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Giza / Consumer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Revenue: $77,419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AOV: $1,032</a:t>
            </a:r>
          </a:p>
        </p:txBody>
      </p:sp>
      <p:sp>
        <p:nvSpPr>
          <p:cNvPr id="11" name="Shape 11"/>
          <p:cNvSpPr/>
          <p:nvPr/>
        </p:nvSpPr>
        <p:spPr>
          <a:xfrm>
            <a:off x="5943600" y="1371600"/>
            <a:ext cx="457200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0396728" y="1371600"/>
            <a:ext cx="118872" cy="34747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172200" y="153619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القيمة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172200" y="2029968"/>
            <a:ext cx="406908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تخصيص العروض حسب المدينة.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فهم شرائح العملاء.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تحسين قرارات التسويق الجغرافي.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من البيانات إلى القرار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قيمة هندسة البيانات للأعمال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2148840"/>
            <a:ext cx="1664208" cy="804672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Data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2331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 txBox="1"/>
          <p:nvPr/>
        </p:nvSpPr>
        <p:spPr>
          <a:xfrm>
            <a:off x="2926080" y="2148840"/>
            <a:ext cx="1664208" cy="804672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Clean Data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617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5212080" y="2148840"/>
            <a:ext cx="1664208" cy="804672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KPIs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6903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 txBox="1"/>
          <p:nvPr/>
        </p:nvSpPr>
        <p:spPr>
          <a:xfrm>
            <a:off x="7498080" y="2148840"/>
            <a:ext cx="1664208" cy="80467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Insights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9189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5" name="Shape 15"/>
          <p:cNvSpPr txBox="1"/>
          <p:nvPr/>
        </p:nvSpPr>
        <p:spPr>
          <a:xfrm>
            <a:off x="9784080" y="2148840"/>
            <a:ext cx="1664208" cy="804672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16" name="Shape 16"/>
          <p:cNvSpPr/>
          <p:nvPr/>
        </p:nvSpPr>
        <p:spPr>
          <a:xfrm>
            <a:off x="914400" y="3703320"/>
            <a:ext cx="102412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1036808" y="3703320"/>
            <a:ext cx="118872" cy="123444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1143000" y="3867912"/>
            <a:ext cx="9738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1143000" y="4361688"/>
            <a:ext cx="9738360" cy="4297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قيمة المشروع ليست في تخزين البيانات فقط، بل في تحويلها إلى مؤشرات يمكن اتخاذ قرار بناءً عليها.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خلاصة القيمة التجارية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النقاط الأساسية التي يجب تذكرها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1417320"/>
            <a:ext cx="1001268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945368" y="1417320"/>
            <a:ext cx="118872" cy="397764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280160" y="1581912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75688"/>
            <a:ext cx="9509760" cy="31729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Dashboard يعطي نظرة إدارية سريعة.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KPIs قابلة للقياس والتحديث.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التحليل يدعم المنتج والقناة والعميل.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المشروع يربط التقنية بنتائج الأعمال.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Specialized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7057A3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Specialized Presentation Generator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Specialized Presentation</dc:title>
  <dc:creator>Codex</dc:creator>
  <dc:description>Specialized PowerPoint deck for Smart Retail Pro.</dc:description>
  <dcterms:created xsi:type="dcterms:W3CDTF">2026-05-05T22:04:28.071Z</dcterms:created>
  <dcterms:modified xsi:type="dcterms:W3CDTF">2026-05-05T22:04:28.071Z</dcterms:modified>
</cp:coreProperties>
</file>