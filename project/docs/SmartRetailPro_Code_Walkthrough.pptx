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40080" y="84124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400">
                <a:solidFill>
                  <a:srgbClr val="D9EAF7"/>
                </a:solidFill>
                <a:latin typeface="Arial"/>
                <a:ea typeface="Arial"/>
                <a:cs typeface="Arial"/>
              </a:rPr>
              <a:t>Code Walkthrough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40080" y="141732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أكواد مشروع Smart Retail Pro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عرض مخصص لتوضيح بنية الكود، ملفات التشغيل، الـ Pipeline، السيرفر، الواجهة، قاعدة البيانات، نسخة Python، والاختبارات.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417320" y="3840480"/>
            <a:ext cx="205740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Launcher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794760" y="3840480"/>
            <a:ext cx="205740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3840480"/>
            <a:ext cx="205740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Server/API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549640" y="3840480"/>
            <a:ext cx="205740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>
                <a:solidFill>
                  <a:srgbClr val="D9EAF7"/>
                </a:solidFill>
                <a:latin typeface="Arial"/>
                <a:ea typeface="Arial"/>
                <a:cs typeface="Arial"/>
              </a:rPr>
              <a:t>ملف العرض: SmartRetailPro_Code_Walkthrough.pptx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خريطة ملفات الكود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أين يوجد كل جزء من منطق المشروع؟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1234440"/>
            <a:ext cx="3408883" cy="588645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الملف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186123" y="1234440"/>
            <a:ext cx="7243877" cy="588645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77240" y="1823085"/>
            <a:ext cx="3408883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launcher/Program.cs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186123" y="1823085"/>
            <a:ext cx="7243877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يفتح المشروع من ملف EXE ويشغل الخادم المحلي.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77240" y="2411730"/>
            <a:ext cx="3408883" cy="588645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app/server.mjs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186123" y="2411730"/>
            <a:ext cx="7243877" cy="588645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API محلي للواجهة والملفات وقاعدة البيانات وتشغيل Pipeline.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7240" y="3000375"/>
            <a:ext cx="3408883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app/pipeline.mjs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186123" y="3000375"/>
            <a:ext cx="7243877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المنطق الأساسي: Source, Bronze, Silver, Gold, SQLite, Reports.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777240" y="3589020"/>
            <a:ext cx="3408883" cy="588645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app/sql/schema.sql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186123" y="3589020"/>
            <a:ext cx="7243877" cy="588645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تعريف الجداول والـ Views داخل SQLite.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77240" y="4177665"/>
            <a:ext cx="3408883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app/public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186123" y="4177665"/>
            <a:ext cx="7243877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واجهة المستخدم: HTML وCSS وJavaScript.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77240" y="4766310"/>
            <a:ext cx="3408883" cy="588645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app/python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4186123" y="4766310"/>
            <a:ext cx="7243877" cy="588645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نسخة Python للمنطق الأساسي.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77240" y="5354955"/>
            <a:ext cx="3408883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app/tests.mjs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186123" y="5354955"/>
            <a:ext cx="7243877" cy="58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اختبارات تحقق سريعة.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نقاط الدخول Entry Points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كيف يبدأ تشغيل المشروع من المستخدم إلى الكود؟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123444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640080" y="1234440"/>
            <a:ext cx="109728" cy="205740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14400" y="1399032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تشغيل المستخدم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14400" y="1947672"/>
            <a:ext cx="3063240" cy="12344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SmartRetailProject.exe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START_PROJECT.cmd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RUN_PIPELINE.cmd</a:t>
            </a:r>
          </a:p>
        </p:txBody>
      </p:sp>
      <p:sp>
        <p:nvSpPr>
          <p:cNvPr id="11" name="Shape 11"/>
          <p:cNvSpPr/>
          <p:nvPr/>
        </p:nvSpPr>
        <p:spPr>
          <a:xfrm>
            <a:off x="4389120" y="1234440"/>
            <a:ext cx="35661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89120" y="1234440"/>
            <a:ext cx="109728" cy="20574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63440" y="1399032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تشغيل Node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63440" y="1947672"/>
            <a:ext cx="3063240" cy="12344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runtime/node.exe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app/server.mjs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app/cli.mjs</a:t>
            </a:r>
          </a:p>
        </p:txBody>
      </p:sp>
      <p:sp>
        <p:nvSpPr>
          <p:cNvPr id="15" name="Shape 15"/>
          <p:cNvSpPr/>
          <p:nvPr/>
        </p:nvSpPr>
        <p:spPr>
          <a:xfrm>
            <a:off x="8138160" y="1234440"/>
            <a:ext cx="32461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38160" y="1234440"/>
            <a:ext cx="109728" cy="205740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412480" y="139903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تشغيل Python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412480" y="1947672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RUN_PYTHON_PIPELINE.cmd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app/python/smart_retail_pipeline.py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31520" y="3794760"/>
            <a:ext cx="10652760" cy="9601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1 | import { cleanOutputs, runPipeline } from "./pipeline.mjs";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2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3 | const [command = "run", ...args] = process.argv.slice(2);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if (command === "clean")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  cleanOutputs();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  console.log("Generated outputs were cleaned.");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} else if (command === "run")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  const options = parseArgs(args);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  await runPipeline(options, (line) =&gt; console.log(line));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} else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  console.error(`Unknown command: ${command}`);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  process.exit(1);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31520" y="4983480"/>
            <a:ext cx="10652760" cy="384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800">
                <a:solidFill>
                  <a:srgbClr val="17202A"/>
                </a:solidFill>
                <a:latin typeface="Arial"/>
                <a:ea typeface="Arial"/>
                <a:cs typeface="Arial"/>
              </a:rPr>
              <a:t>ملف cli.mjs يربط أوامر الطرفية بالـ Pipeline: run للتشغيل وclean لتنظيف المخرجات.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كود ملف EXE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launcher/Program.cs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234440"/>
            <a:ext cx="374904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234440"/>
            <a:ext cx="109728" cy="41605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39903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الفكرة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947672"/>
            <a:ext cx="3246120" cy="33375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يحدد مجلد المشروع الحالي.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يبحث عن runtime/node.exe.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يشغل app/server.mjs على المنفذ 4173.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ينتظر استجابة الخادم ثم يفتح المتصفح.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663440" y="1234440"/>
            <a:ext cx="6812280" cy="41605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var baseDir = AppContext.BaseDirectory;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var nodePath = FindNode(baseDir);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var serverPath = Path.Combine(baseDir, "app", "server.mjs");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var port = "4173";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var url = $"http://127.0.0.1:{port}";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Console.Title = "Smart Retail Pro";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Console.OutputEncoding = System.Text.Encoding.UTF8;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Console.WriteLine("Smart Retail Pro");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Console.WriteLine("================");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14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if (nodePath is null)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    Console.WriteLine("Node runtime was not found.");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    Console.WriteLine("Keep runtime\\node.exe with this project folder, or install Node.js 24+.");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  Pause();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  return 1;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if (!File.Exists(serverPath))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  Console.WriteLine("Project server file was not found:");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  Console.WriteLine(serverPath);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  Pause();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  return 1;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Console.WriteLine($"Runtime: {nodePath}");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Console.WriteLine($"URL:     {url}");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Console.WriteLine();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Console.WriteLine("Starting local server. Keep this window open while using the project.");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36 | using var server = new Process();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الخادم المحلي وواجهات API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app/server.mjs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10972800" cy="21488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const server = http.createServer(async (request, response) =&gt;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try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  await route(request, response);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  } catch (error)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    json(response, 500, { error: error.message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server.listen(port, "127.0.0.1", () =&gt;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const url = `http://127.0.0.1:${port}`;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console.log(`Smart Retail Pro is running at ${url}`);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  if (shouldOpen) openBrowser(url);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async function route(request, response)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  const url = new URL(request.url, `http://${request.headers.host}`);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  const pathname = decodeURIComponent(url.pathname);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  if (pathname === "/" || pathname === "/index.html") return staticFile(response, path.join(paths.public, "index.html"));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36 |   if (pathname.startsWith("/assets/")) return staticFile(response, path.join(paths.public, pathname.slice("/assets/".length)));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37 |   if (pathname.startsWith("/project/")) return projectFile(response, pathname.slice("/project/".length));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38 |   if (pathname === "/api/overview") return json(response, 200, overview());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39 |   if (pathname === "/api/tree") return json(response, 200, tree(url.searchParams.get("root") || "app"));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40 |   if (pathname === "/api/file") return json(response, 200, fileInfo(url.searchParams.get("path") || ""));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41 |   if (pathname === "/api/db/meta") return json(response, 200, dbMeta());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42 |   if (pathname === "/api/db/query" &amp;&amp; request.method === "POST") return json(response, 200, dbQuery(await body(request)));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43 |   if (pathname === "/api/assistant/sql" &amp;&amp; request.method === "POST") return json(response, 200, assistantSql(await body(request)));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44 |   if (pathname === "/api/operation/run" &amp;&amp; request.method === "POST") return json(response, 202, startPipeline(await body(request)));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45 |   if (pathname === "/api/operation/status") return json(response, 200, operation);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46 |   return text(response, 404, "Not found");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47 | }</a:t>
            </a:r>
          </a:p>
        </p:txBody>
      </p:sp>
      <p:sp>
        <p:nvSpPr>
          <p:cNvPr id="8" name="Shape 8"/>
          <p:cNvSpPr/>
          <p:nvPr/>
        </p:nvSpPr>
        <p:spPr>
          <a:xfrm>
            <a:off x="777240" y="3657600"/>
            <a:ext cx="3337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777240" y="3657600"/>
            <a:ext cx="109728" cy="146304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051560" y="382219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API للواجهة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51560" y="437083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/api/overview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/api/tree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/api/file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3657600"/>
            <a:ext cx="3337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434840" y="3657600"/>
            <a:ext cx="109728" cy="146304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4709160" y="382219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API للبيانات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709160" y="437083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/api/db/meta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/api/db/query</a:t>
            </a:r>
          </a:p>
        </p:txBody>
      </p:sp>
      <p:sp>
        <p:nvSpPr>
          <p:cNvPr id="16" name="Shape 16"/>
          <p:cNvSpPr/>
          <p:nvPr/>
        </p:nvSpPr>
        <p:spPr>
          <a:xfrm>
            <a:off x="8092440" y="3657600"/>
            <a:ext cx="3337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092440" y="3657600"/>
            <a:ext cx="109728" cy="146304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8366760" y="382219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API للتشغيل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366760" y="437083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/api/operation/run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/api/operation/status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منسق الـ Pipeline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runPipeline داخل app/pipeline.mjs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10972800" cy="28346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export async function runPipeline(options = {}, logger = () =&gt; {})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const settings = normalizeOptions(options);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const runId = `run_${new Date().toISOString().replaceAll(/[-:.TZ]/g, "").slice(0, 14)}`;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  const startedAt = Date.now();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  const stageMetrics = [];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  const stage = async (name, fn) =&gt;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    const stageStart = Date.now();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    logger(`▶ ${name}`);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    const result = await fn();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    const metric = { stage: name, duration_ms: Date.now() - stageStart, ...(result?.metrics ?? {}) 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36 |     stageMetrics.push(metric);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37 |     logger(`✓ ${name} completed in ${metric.duration_ms}ms`);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38 |     return result;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39 |   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40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41 |   ensureDir(paths.reports);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42 |   logger(`Starting Smart Retail Pro pipeline: ${runId}`);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43 |   const source = await stage("source_generation", () =&gt; generateSource(settings));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44 |   const bronze = await stage("bronze_ingestion", () =&gt; ingestBronze(runId));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45 |   const silver = await stage("silver_transformation", () =&gt; transformSilver(bronze));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46 |   const gold = await stage("gold_publishing", () =&gt; publishGold(silver));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47 |   const warehouse = await stage("warehouse_loading", () =&gt; loadWarehouse(runId, stageMetrics, gold.summary));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48 |   const docs = await stage("documentation_outputs", () =&gt; generateReports(source, silver, gold, warehouse));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49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50 |   const summary =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51 |     run_id: runId,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52 |     status: "success",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53 |     started_at: new Date(startedAt).toISOString(),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54 |     finished_at: new Date().toISOString(),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55 |     duration_ms: Date.now() - startedAt,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56 |     stages: stageMetrics,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57 |     outputs: docs.outputs,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58 |     warehouse: warehouse.file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59 |   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60 |   writeJson(path.join(paths.reports, "pipeline_summary.json"), summary);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61 |   logger(`Pipeline finished successfully in ${(summary.duration_ms / 1000).toFixed(2)}s`);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62 |   return summary;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14400" y="4251960"/>
            <a:ext cx="10378440" cy="384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8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الدالة runPipeline لا تنفذ مرحلة واحدة فقط؛ هي تنظم كل المراحل وتسجل مدة كل مرحلة ومخرجاتها.</a:t>
            </a:r>
          </a:p>
        </p:txBody>
      </p:sp>
      <p:sp>
        <p:nvSpPr>
          <p:cNvPr id="9" name="Shape 9"/>
          <p:cNvSpPr/>
          <p:nvPr/>
        </p:nvSpPr>
        <p:spPr>
          <a:xfrm>
            <a:off x="1005840" y="4892040"/>
            <a:ext cx="10149840" cy="530352"/>
          </a:xfrm>
          <a:prstGeom prst="rect">
            <a:avLst/>
          </a:prstGeom>
          <a:solidFill>
            <a:srgbClr val="EAF1F8"/>
          </a:solidFill>
          <a:ln w="9525">
            <a:solidFill>
              <a:srgbClr val="D6E4F0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143000" y="5001768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300">
                <a:solidFill>
                  <a:srgbClr val="1F4E79"/>
                </a:solidFill>
                <a:latin typeface="Arial"/>
                <a:ea typeface="Arial"/>
                <a:cs typeface="Arial"/>
              </a:rPr>
              <a:t>source_generation → bronze_ingestion → silver_transformation → gold_publishing → warehouse_loading → documentation_outputs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توليد البيانات وطبقة Bronze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generateSource + ingestBronze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143000"/>
            <a:ext cx="3474720" cy="4069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143000"/>
            <a:ext cx="109728" cy="406908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307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856232"/>
            <a:ext cx="2971800" cy="32461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ينشئ عملاء ومنتجات.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ينشئ مبيعات يومية.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ينشئ أحداث Web/App.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يحقن أخطاء جودة مقصودة للاختبار.</a:t>
            </a:r>
          </a:p>
        </p:txBody>
      </p:sp>
      <p:sp>
        <p:nvSpPr>
          <p:cNvPr id="11" name="Shape 11"/>
          <p:cNvSpPr/>
          <p:nvPr/>
        </p:nvSpPr>
        <p:spPr>
          <a:xfrm>
            <a:off x="4343400" y="1143000"/>
            <a:ext cx="3474720" cy="4069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43400" y="1143000"/>
            <a:ext cx="109728" cy="406908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17720" y="1307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17720" y="1856232"/>
            <a:ext cx="2971800" cy="32461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ينسخ البيانات الخام كما هي.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يحافظ على بنية الملفات.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ينشئ ingestion_manifest.csv.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يسجل SHA256 لكل ملف.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001000" y="1143000"/>
            <a:ext cx="3429000" cy="406908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165 | function ingestBronze(runId)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166 |   const runRoot = path.join(paths.bronze, runId);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167 |   resetDir(runRoot);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168 |   const manifest = [];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169 |   for (const file of listFiles(paths.source))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170 |     const relative = safeRelative(paths.source, file);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171 |     const target = path.join(runRoot, "raw", relative);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172 |     ensureDir(path.dirname(target));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173 |     fs.copyFileSync(file, target);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174 |     const stat = fs.statSync(file);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175 |     manifest.push({ run_id: runId, source_file: relative, bronze_file: safeRelative(rootDir, target), bytes: stat.size, sha256: sha256(file), ingested_at: isoStamp()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176 |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177 |   writeCsv(path.join(runRoot, "ingestion_manifest.csv"), manifest, ["run_id", "source_file", "bronze_file", "bytes", "sha256", "ingested_at"]);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178 |   return { runRoot, metrics: { bronze_files: manifest.length } };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تنظيف البيانات وقواعد الجودة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transformSilver داخل app/pipeline.mjs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10972800" cy="25603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194 |     for (const row of readCsv(file))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195 |       metrics.before += 1;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196 |       const reasons = [];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197 |       const key = `${row.order_id}|${row.order_line_no}`;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198 |       const date = new Date(row.order_datetime);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199 |       const quantity = Number(row.quantity);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200 |       const gross = Number(row.gross_amount);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201 |       const net = Number(row.net_amount);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202 |       if (seen.has(key)) { metrics.duplicates += 1; reasons.push("duplicate_order_line"); } else seen.add(key);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203 |       if (!row.order_id || !row.order_line_no || !row.order_datetime || !row.customer_id || !row.product_id) { metrics.null_critical += 1; reasons.push("missing_critical_field");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204 |       if (!Number.isFinite(quantity) || quantity &lt;= 0) { metrics.invalid_quantity += 1; reasons.push("invalid_quantity");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205 |       if (!Number.isFinite(gross) || gross &lt;= 0 || !Number.isFinite(net) || net &lt;= 0) { metrics.invalid_amount += 1; reasons.push("invalid_amount");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206 |       if (!customerIds.has(row.customer_id) || !productIds.has(row.product_id)) { metrics.invalid_reference += 1; reasons.push("invalid_reference");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207 |       if (Number.isNaN(date.getTime())) reasons.push("invalid_datetime");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208 |       if (reasons.length)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209 |         rejected.push({ ...row, rejection_reason: [...new Set(reasons)].join(";")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210 |       } else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211 |         sales.push({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212 |           order_id: row.order_id,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213 |           order_line_no: Number(row.order_line_no),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214 |           order_datetime: isoStamp(date),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215 |           order_date: isoDate(date),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216 |           year_month: monthKey(date),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217 |           customer_id: row.customer_id,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218 |           product_id: row.product_id,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219 |           quantity,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220 |           unit_price: money(row.unit_price),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221 |           discount_amount: money(row.discount_amount),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222 |           gross_amount: money(row.gross_amount),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223 |           net_amount: money(row.net_amount),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224 |           payment_method: row.payment_method,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225 |           sales_channel: row.sales_channel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226 |        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227 |    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228 |  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229 |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230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231 |   const events = [];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232 |   for (const file of listFiles(path.join(raw, "events")).filter((item) =&gt; item.endsWith(".jsonl")))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233 |     for (const line of fs.readFileSync(file, "utf8").split(/\r?\n/).filter(Boolean)) {</a:t>
            </a:r>
          </a:p>
        </p:txBody>
      </p:sp>
      <p:sp>
        <p:nvSpPr>
          <p:cNvPr id="8" name="Shape 8"/>
          <p:cNvSpPr/>
          <p:nvPr/>
        </p:nvSpPr>
        <p:spPr>
          <a:xfrm>
            <a:off x="868680" y="4023360"/>
            <a:ext cx="333756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868680" y="4023360"/>
            <a:ext cx="109728" cy="128016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143000" y="418795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قواعد الرفض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43000" y="473659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تكرار order line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حقول حرجة فارغة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4023360"/>
            <a:ext cx="333756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434840" y="4023360"/>
            <a:ext cx="109728" cy="128016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4709160" y="418795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تحقق رقمي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709160" y="473659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كمية غير صالحة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مبلغ غير صالح</a:t>
            </a:r>
          </a:p>
        </p:txBody>
      </p:sp>
      <p:sp>
        <p:nvSpPr>
          <p:cNvPr id="16" name="Shape 16"/>
          <p:cNvSpPr/>
          <p:nvPr/>
        </p:nvSpPr>
        <p:spPr>
          <a:xfrm>
            <a:off x="8001000" y="4023360"/>
            <a:ext cx="333756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001000" y="4023360"/>
            <a:ext cx="109728" cy="12801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8275320" y="418795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تحقق مرجعي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275320" y="473659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عميل غير موجود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منتج غير موجود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Gold وSQLite Warehouse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publishGold + loadWarehouse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5349240" cy="42519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264 | function publishGold(silver)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265 |   resetDir(paths.gold);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266 |   const customerById = new Map(silver.customers.map((row) =&gt; [row.customer_id, row]));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267 |   const productById = new Map(silver.products.map((row) =&gt; [row.product_id, row]));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268 |   const daily = aggregate(silver.sales, (row) =&gt; row.order_date);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269 |   const dailyRows = [...daily.entries()].map(([date, group]) =&gt; ({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270 |     order_date: date,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271 |     total_sales_revenue: money(group.revenue),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272 |     total_orders: group.orders.size,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273 |     total_items_sold: group.items,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274 |     average_order_value: money(group.revenue / group.orders.size),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275 |     discount_impact_rate: ratio(group.discount, group.gross)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276 |   })).sort((a, b) =&gt; a.order_date.localeCompare(b.order_date));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277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278 |   const products = [...aggregate(silver.sales, (row) =&gt; row.product_id).entries()]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279 |     .map(([productId, group]) =&gt; ({ product_id: productId, ...productById.get(productId), total_sales_revenue: money(group.revenue), total_orders: group.orders.size, total_items_sold: group.items }))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280 |     .sort((a, b) =&gt; b.total_sales_revenue - a.total_sales_revenue)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281 |     .map((row, index) =&gt; ({ revenue_rank: index + 1, ...row }));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282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283 |   const citySegment = [...aggregate(silver.sales, (row) =&gt;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284 |     const customer = customerById.get(row.customer_id);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285 |     return `${customer.city}|${customer.segment}`;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286 |   }).entries()].map(([key, group]) =&gt;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287 |     const [city, segment] = key.split("|");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288 |     return { city, segment, total_sales_revenue: money(group.revenue), total_orders: group.orders.size, total_items_sold: group.items, average_order_value: money(group.revenue / group.orders.size) 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289 |   }).sort((a, b) =&gt; b.total_sales_revenue - a.total_sales_revenue);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290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291 |   const channel = [...aggregate(silver.sales, (row) =&gt; row.sales_channel).entries()];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292 |   const totalRevenue = channel.reduce((sum, [, group]) =&gt; sum + group.revenue, 0);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293 |   const channelRows = channel.map(([sales_channel, group]) =&gt; ({ sales_channel, total_sales_revenue: money(group.revenue), total_orders: group.orders.size, total_items_sold: group.items, revenue_share: ratio(group.revenue, totalRevenue) }))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294 |     .sort((a, b) =&gt; b.total_sales_revenue - a.total_sales_revenue);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295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296 |   const behavior = buildBehavior(silver.events, productById);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297 |   const summary =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298 |     generated_at: isoStamp(),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299 |     business_kpis: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300 |       total_sales_revenue: money(dailyRows.reduce((sum, row) =&gt; sum + row.total_sales_revenue, 0)),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301 |       total_orders: dailyRows.reduce((sum, row) =&gt; sum + row.total_orders, 0),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302 |       total_items_sold: dailyRows.reduce((sum, row) =&gt; sum + row.total_items_sold, 0)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303 |     },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304 |     data_quality: silver.quality.sales_quality,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305 |     leaders: { top_product: products[0], top_city_segment: citySegment[0], top_channel: channelRows[0]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306 |   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307 |   summary.business_kpis.average_order_value = money(summary.business_kpis.total_sales_revenue / summary.business_kpis.total_orders);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308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309 |   writeCsv(path.join(paths.gold, "daily_sales_kpis.csv"), dailyRows);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310 |   writeCsv(path.join(paths.gold, "product_performance.csv"), products);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311 |   writeCsv(path.join(paths.gold, "city_segment_performance.csv"), citySegment);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312 |   writeCsv(path.join(paths.gold, "channel_sales.csv"), channelRows);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313 |   writeCsv(path.join(paths.gold, "behavior_funnel.csv"), behavior);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314 |   writeJson(path.join(paths.gold, "executive_summary.json"), summary);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315 |   return { dailyRows, products, citySegment, channelRows, behavior, summary, metrics: { gold_daily_rows: dailyRows.length, gold_product_rows: products.length } 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316 | }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63640" y="1143000"/>
            <a:ext cx="5349240" cy="42519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318 | function loadWarehouse(runId, stages, summary)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319 |   ensureDir(paths.warehouse);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320 |   fs.rmSync(paths.warehouseFile, { force: true 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321 |   const db = new DatabaseSync(paths.warehouseFile);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322 |   try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323 |     db.exec(fs.readFileSync(paths.schema, "utf8"));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324 |     loadCsv(db, "dim_customer", path.join(paths.silver, "dim_customer.csv"));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325 |     loadCsv(db, "dim_product", path.join(paths.silver, "dim_product.csv"));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326 |     loadCsv(db, "fact_sales", path.join(paths.silver, "fact_sales.csv"));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327 |     loadCsv(db, "fact_web_event", path.join(paths.silver, "fact_web_event.csv"));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328 |     loadCsv(db, "agg_daily_sales_kpis", path.join(paths.gold, "daily_sales_kpis.csv"));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329 |     loadCsv(db, "agg_product_performance", path.join(paths.gold, "product_performance.csv"));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330 |     loadCsv(db, "agg_city_segment_performance", path.join(paths.gold, "city_segment_performance.csv"));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331 |     loadCsv(db, "agg_channel_sales", path.join(paths.gold, "channel_sales.csv"));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332 |     loadCsv(db, "agg_behavior_funnel", path.join(paths.gold, "behavior_funnel.csv"));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333 |     db.prepare("INSERT INTO pipeline_run VALUES (?, ?, ?, ?)").run(runId, isoStamp(), JSON.stringify(stages), JSON.stringify(summary));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334 |   } finally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335 |     db.close();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336 |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337 |   return { file: paths.warehouseFile, metrics: { warehouse_size_bytes: fs.statSync(paths.warehouseFile).size } };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تعريف قاعدة البيانات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app/sql/schema.sql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5303520" cy="44348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1 | CREATE TABLE dim_customer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2 |   customer_id TEXT PRIMARY KEY,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3 |   name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  email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  city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  segment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  signup_date TEXT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CREATE TABLE dim_product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  product_id TEXT PRIMARY KEY,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  sku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  category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14 |   product_name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  price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  active_status TEXT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CREATE TABLE fact_sales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order_id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  order_line_no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  order_datetime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  order_date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  year_month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customer_id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product_id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quantity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unit_price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  discount_amount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  gross_amount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  net_amount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  payment_method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  sales_channel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  PRIMARY KEY (order_id, order_line_no)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36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37 | CREATE TABLE fact_web_event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38 |   event_id TEXT PRIMARY KEY,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39 |   event_timestamp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40 |   customer_id TEXT,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63640" y="1143000"/>
            <a:ext cx="5303520" cy="44348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78 |   average_order_value REAL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79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80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81 | CREATE TABLE agg_channel_sales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82 |   sales_channel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83 |   total_sales_revenue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84 |   total_orders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85 |   total_items_sold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86 |   revenue_share REAL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87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88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89 | CREATE TABLE agg_behavior_funnel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90 |   product_id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91 |   product_name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92 |   product_view_count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93 |   add_to_cart_count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94 |   checkout_start_count INTEGER,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95 |   add_to_cart_rate REAL,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96 |   checkout_start_rate REAL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97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98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99 | CREATE TABLE pipeline_run (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100 |   run_id TEXT PRIMARY KEY,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101 |   completed_at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102 |   stages_json TEXT,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103 |   summary_json TEXT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104 | 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105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106 | CREATE VIEW vw_retail_kpi_scorecard AS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107 | SELECT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108 |   ROUND(SUM(total_sales_revenue), 2) AS total_sales_revenue,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109 |   SUM(total_orders) AS total_orders,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110 |   SUM(total_items_sold) AS total_items_sold,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111 |   ROUND(SUM(total_sales_revenue) / NULLIF(SUM(total_orders), 0), 2) AS average_order_value,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112 |   ROUND(AVG(discount_impact_rate), 4) AS average_discount_impact_rate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113 | FROM agg_daily_sales_kpis;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114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115 | CREATE VIEW vw_top_products AS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116 | SELECT revenue_rank, product_id, product_name, category, total_sales_revenue, total_orders, total_items_sold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117 | FROM agg_product_performance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118 | ORDER BY revenue_rank;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119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120 | CREATE VIEW vw_city_segment_sales AS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كود الواجهة الرسومية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app/public/index.html و app/public/app.js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143000"/>
            <a:ext cx="338328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143000"/>
            <a:ext cx="109728" cy="42519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307592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856232"/>
            <a:ext cx="2880360" cy="34290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تبويبات الواجهة.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مناطق عرض KPIs.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SQL Editor.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Iframe للتقارير.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343400" y="1143000"/>
            <a:ext cx="3474720" cy="42519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  &lt;aside&gt;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    &lt;div class="brand"&gt;&lt;b&gt;Smart Retail Pro&lt;/b&gt;&lt;span&gt;Data Engineering Console&lt;/span&gt;&lt;/div&gt;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    &lt;button class="active" data-view="overview"&gt;نظرة عامة&lt;/button&gt;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    &lt;button data-view="run"&gt;تشغيل المشروع&lt;/button&gt;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14 |     &lt;button data-view="files"&gt;الملفات والكود&lt;/button&gt;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    &lt;button data-view="db"&gt;قاعدة البيانات&lt;/button&gt;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    &lt;button data-view="reports"&gt;التقارير&lt;/button&gt;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    &lt;button data-view="assistant"&gt;المساعد&lt;/button&gt;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  &lt;/aside&gt;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&lt;main&gt;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  &lt;header&gt;&lt;div&gt;&lt;small&gt;Local Windows App&lt;/small&gt;&lt;h1 id="title"&gt;نظرة عامة&lt;/h1&gt;&lt;/div&gt;&lt;button id="refresh"&gt;تحديث&lt;/button&gt;&lt;/header&gt;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    &lt;section id="overview" class="view active"&gt;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      &lt;div class="metrics" id="metrics"&gt;&lt;/div&gt;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      &lt;div class="grid"&gt;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      &lt;article class="panel"&gt;&lt;h2&gt;خريطة المشروع&lt;/h2&gt;&lt;div class="flow"&gt;&lt;span&gt;Source&lt;/span&gt;&lt;span&gt;Bronze&lt;/span&gt;&lt;span&gt;Silver&lt;/span&gt;&lt;span&gt;Gold&lt;/span&gt;&lt;span&gt;SQLite&lt;/span&gt;&lt;/div&gt;&lt;/article&gt;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      &lt;article class="panel"&gt;&lt;h2&gt;وصول سريع&lt;/h2&gt;&lt;div id="quick"&gt;&lt;/div&gt;&lt;/article&gt;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    &lt;/div&gt;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8001000" y="1143000"/>
            <a:ext cx="3474720" cy="42519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async function load()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  overview = await get("/api/overview");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  renderOverview();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  renderReports();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await loadTree(activeRoot);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await loadDb();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function renderOverview()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  const k = overview.executive?.business_kpis || {};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const q = overview.executive?.data_quality || {};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const c = overview.counts || {};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$("#metrics").innerHTML = [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  ["Revenue", usd(k.total_sales_revenue)],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    ["Orders", num(k.total_orders)],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    ["Sales Rows", num(c.salesRows)],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    ["Retention", pct(q.retention_rate)]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  ].map(([a,b]) =&gt; `&lt;div class="card"&gt;&lt;span&gt;${a}&lt;/span&gt;&lt;strong&gt;${b}&lt;/strong&gt;&lt;/div&gt;`).join("");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  $("#quick").innerHTML = overview.importantFiles.map((file) =&gt; `&lt;div class="quick"&gt;&lt;div&gt;&lt;b&gt;${file.name}&lt;/b&gt;&lt;div class="muted"&gt;${file.path} · ${bytes(file.size)}&lt;/div&gt;&lt;/div&gt;&lt;button onclick="openFile('${file.path}')"&gt;عرض&lt;/button&gt;&lt;/div&gt;`).join("");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  $("#roots").innerHTML = overview.roots.map((root) =&gt; `&lt;button class="root ${root.key===activeRoot?"active":""}" onclick="loadTree('${root.key}')"&gt;${root.label}&lt;/button&gt;`).join("");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}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نسخة Python من المنطق الأساسي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app/python/smart_retail_pipeline.py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10972800" cy="224028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71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72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73 | def run_pipeline(options: dict | None = None, logger=print) -&gt; dict: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74 |     settings = normalize_options(options or {})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75 |     run_id = f"run_{datetime.now(timezone.utc).strftime('%Y%m%d%H%M%S')}"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76 |     started = time.perf_counter()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77 |     started_at = datetime.now(timezone.utc)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78 |     stage_metrics: list[dict] = []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79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80 |     def stage(name: str, fn):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81 |         logger(f"* {name}")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82 |         stage_started = time.perf_counter()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83 |         result = fn()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84 |         metric = {"stage": name, "duration_ms": int((time.perf_counter() - stage_started) * 1000)}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85 |         metric.update(result.get("metrics", {}))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86 |         stage_metrics.append(metric)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87 |         logger(f"  {name} completed in {metric['duration_ms']}ms")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88 |         return result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89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90 |     ensure_dir(PATHS["reports"])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91 |     logger(f"Starting Smart Retail Pro Python pipeline: {run_id}")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92 |     source = stage("source_generation", lambda: generate_source(settings))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93 |     bronze = stage("bronze_ingestion", lambda: ingest_bronze(run_id))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94 |     silver = stage("silver_transformation", lambda: transform_silver(bronze))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95 |     gold = stage("gold_publishing", lambda: publish_gold(silver))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96 |     warehouse = stage("warehouse_loading", lambda: load_warehouse(run_id, stage_metrics, gold["summary"]))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97 |     docs = stage("documentation_outputs", lambda: generate_reports(source, silver, gold, warehouse))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98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99 |     summary = {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100 |         "run_id": run_id,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101 |         "status": "success",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102 |         "engine": "python",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103 |         "started_at": iso_stamp(started_at),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104 |         "finished_at": iso_stamp(datetime.now(timezone.utc)),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105 |         "duration_ms": int((time.perf_counter() - started) * 1000),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106 |         "stages": stage_metrics,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107 |         "outputs": docs["outputs"],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108 |         "warehouse": str(warehouse["file"]),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109 |     }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110 |     write_json(PATHS["reports"] / "pipeline_summary.json", summary)</a:t>
            </a:r>
          </a:p>
        </p:txBody>
      </p:sp>
      <p:sp>
        <p:nvSpPr>
          <p:cNvPr id="8" name="Shape 8"/>
          <p:cNvSpPr/>
          <p:nvPr/>
        </p:nvSpPr>
        <p:spPr>
          <a:xfrm>
            <a:off x="868680" y="3749040"/>
            <a:ext cx="33375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868680" y="3749040"/>
            <a:ext cx="109728" cy="15087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143000" y="391363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مكتبات قياسية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43000" y="446227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csv, json, sqlite3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pathlib, shutil, hashlib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3749040"/>
            <a:ext cx="33375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434840" y="3749040"/>
            <a:ext cx="109728" cy="150876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4709160" y="391363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نفس المراحل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709160" y="446227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Source/Bronze/Silver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Gold/Warehouse/Reports</a:t>
            </a:r>
          </a:p>
        </p:txBody>
      </p:sp>
      <p:sp>
        <p:nvSpPr>
          <p:cNvPr id="16" name="Shape 16"/>
          <p:cNvSpPr/>
          <p:nvPr/>
        </p:nvSpPr>
        <p:spPr>
          <a:xfrm>
            <a:off x="8001000" y="3749040"/>
            <a:ext cx="33375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001000" y="3749040"/>
            <a:ext cx="109728" cy="150876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8275320" y="391363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تشغيل مستقل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275320" y="446227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RUN_PYTHON_PIPELINE.cmd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يتطلب Python 3.10+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الاختبارات والتحقق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app/tests.mjs و test_python_pipeline.py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43000"/>
            <a:ext cx="5349240" cy="40233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1 | import assert from "node:assert/strict";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2 | import fs from "node:fs";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3 | import { parseCsv } from "./lib/csv.mjs";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import { runPipeline } from "./pipeline.mjs";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import { paths } from "./config.mjs";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assert.deepEqual(parseCsv('a,b\n1,"x,y"\n'), [["a", "b"], ["1", "x,y"]]);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const summary = await runPipeline({ days: 2, customers: 20, products: 12, seed: 11 }, () =&gt; {});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assert.equal(summary.status, "success");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assert.ok(fs.existsSync(paths.warehouseFile));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assert.ok(fs.existsSync(paths.reports));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console.log("All Smart Retail Pro checks passed.");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63640" y="1143000"/>
            <a:ext cx="5349240" cy="40233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1 | from pathlib import Path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2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3 | import smart_retail_pipeline as pipeline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def main() -&gt; int: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    summary = pipeline.run_pipeline({"days": 2, "customers": 20, "products": 12, "seed": 11}, logger=lambda _: None)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    assert summary["status"] == "success"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    assert summary["engine"] == "python"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    assert Path(pipeline.PATHS["warehouse_file"]).exists()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    assert Path(pipeline.PATHS["reports"]).exists()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    print("Python Smart Retail Pro checks passed.")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    return 0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14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if __name__ == "__main__":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539496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اختبارات Node تعمل حاليًا. اختبارات Python جاهزة، لكنها تحتاج تثبيت Python فعلي على الجهاز.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الخلاصة التقنية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143000" y="1828800"/>
            <a:ext cx="9875520" cy="11430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400">
                <a:solidFill>
                  <a:srgbClr val="F7F9FB"/>
                </a:solidFill>
                <a:latin typeface="Arial"/>
                <a:ea typeface="Arial"/>
                <a:cs typeface="Arial"/>
              </a:rPr>
              <a:t>الكود مقسم إلى طبقات واضحة: تشغيل، خادم، Pipeline، قاعدة بيانات، واجهة، Python، واختبارات. هذا التقسيم يجعل المشروع قابلًا للفهم، العرض، الصيانة، والتطوير.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371600" y="3977640"/>
            <a:ext cx="2468880" cy="54864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واضح البنية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800600" y="3977640"/>
            <a:ext cx="2468880" cy="54864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قابل للشرح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0" y="3977640"/>
            <a:ext cx="2468880" cy="54864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قابل للتطوير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5870448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SmartRetailPro_Code_Walkthrough.pptx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Pro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D9EAF7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Presentation Generator</Application>
  <PresentationFormat>Widescreen</PresentationFormat>
  <Slides>14</Slides>
  <Company>Smart Retail Pro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Presentation</dc:title>
  <dc:subject>Data Engineering Project Presentation</dc:subject>
  <dc:creator>Codex</dc:creator>
  <dc:description>Professional Arabic PowerPoint presentation for Smart Retail Pro.</dc:description>
  <dcterms:created xsi:type="dcterms:W3CDTF">2026-05-05T21:52:36.231Z</dcterms:created>
  <dcterms:modified xsi:type="dcterms:W3CDTF">2026-05-05T21:52:36.231Z</dcterms:modified>
</cp:coreProperties>
</file>