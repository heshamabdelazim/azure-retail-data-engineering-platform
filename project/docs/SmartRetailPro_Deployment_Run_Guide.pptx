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554480"/>
            <a:ext cx="10561320" cy="8229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شرح التشغيل والتسليم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2514600"/>
            <a:ext cx="9829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كيف يعمل المشروع بسهولة على Windows x64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8872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97764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Portable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6656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55548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Localhost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محتويات العرض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المحاور التي سيتم شرحها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641848" y="1417320"/>
            <a:ext cx="118872" cy="9601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 مشكلة التشغيل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1" name="Shape 11"/>
          <p:cNvSpPr/>
          <p:nvPr/>
        </p:nvSpPr>
        <p:spPr>
          <a:xfrm>
            <a:off x="630936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1082528" y="1417320"/>
            <a:ext cx="118872" cy="9601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53796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2. حل EXE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5" name="Shape 15"/>
          <p:cNvSpPr/>
          <p:nvPr/>
        </p:nvSpPr>
        <p:spPr>
          <a:xfrm>
            <a:off x="86868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641848" y="2743200"/>
            <a:ext cx="118872" cy="9601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9728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3. Runtime المحلي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9" name="Shape 19"/>
          <p:cNvSpPr/>
          <p:nvPr/>
        </p:nvSpPr>
        <p:spPr>
          <a:xfrm>
            <a:off x="630936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2743200"/>
            <a:ext cx="118872" cy="9601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53796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4. النسخة المحمولة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3796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641848" y="4069080"/>
            <a:ext cx="118872" cy="9601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9728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5. سيناريو التشغيل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7" name="Shape 27"/>
          <p:cNvSpPr/>
          <p:nvPr/>
        </p:nvSpPr>
        <p:spPr>
          <a:xfrm>
            <a:off x="630936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1082528" y="4069080"/>
            <a:ext cx="118872" cy="96012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53796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6. الأخطاء المتوقعة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المشكلة التي تم حلها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node is not recognized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1371600"/>
            <a:ext cx="47548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458968" y="1371600"/>
            <a:ext cx="118872" cy="34747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51560" y="153619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قبل الحل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51560" y="2029968"/>
            <a:ext cx="42519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المستخدم يحتاج Node مثبت.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PATH قد لا يحتوي node.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أوامر الطرفية تسبب ارتباكًا.</a:t>
            </a:r>
          </a:p>
        </p:txBody>
      </p:sp>
      <p:sp>
        <p:nvSpPr>
          <p:cNvPr id="11" name="Shape 11"/>
          <p:cNvSpPr/>
          <p:nvPr/>
        </p:nvSpPr>
        <p:spPr>
          <a:xfrm>
            <a:off x="6126480" y="1371600"/>
            <a:ext cx="47548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0762488" y="1371600"/>
            <a:ext cx="118872" cy="34747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355080" y="153619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بعد الحل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355080" y="2029968"/>
            <a:ext cx="425196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runtime/node.exe داخل المشروع.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SmartRetailProject.exe يبدأ التشغيل.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المتصفح يفتح تلقائيًا.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Launcher EXE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ماذا يفعل SmartRetailProject.exe؟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77240" y="1234440"/>
            <a:ext cx="5486400" cy="434340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4 | var baseDir = AppContext.BaseDirectory;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5 | var nodePath = FindNode(baseDir);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6 | var serverPath = Path.Combine(baseDir, "app", "server.mjs");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7 | var port = "4173";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8 | var url = $"http://127.0.0.1:{port}";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9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Console.Title = "Smart Retail Pro";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Console.OutputEncoding = System.Text.Encoding.UTF8;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Console.WriteLine("Smart Retail Pro");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13 | Console.WriteLine("================");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14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if (nodePath is null)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17 |     Console.WriteLine("Node runtime was not found.");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    Console.WriteLine("Keep runtime\\node.exe with this project folder, or install Node.js 24+.");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    Pause();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  return 1;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if (!File.Exists(serverPath))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    Console.WriteLine("Project server file was not found:");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    Console.WriteLine(serverPath);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  Pause();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  return 1;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Console.WriteLine($"Runtime: {nodePath}");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Console.WriteLine($"URL:     {url}");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Console.WriteLine();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Console.WriteLine("Starting local server. Keep this window open while using the project.");</a:t>
            </a:r>
          </a:p>
        </p:txBody>
      </p:sp>
      <p:sp>
        <p:nvSpPr>
          <p:cNvPr id="8" name="Shape 8"/>
          <p:cNvSpPr/>
          <p:nvPr/>
        </p:nvSpPr>
        <p:spPr>
          <a:xfrm>
            <a:off x="6492240" y="1234440"/>
            <a:ext cx="47548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128248" y="1234440"/>
            <a:ext cx="118872" cy="434340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6720840" y="1399032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خطواته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720840" y="1892808"/>
            <a:ext cx="4251960" cy="353872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يحدد baseDir.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يبحث عن node runtime.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يشغل server.mjs.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ينتظر /api/overview.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يفتح المتصفح.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النسخة المحمولة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ما الذي يجب نقله لجهاز آخر؟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1280160"/>
            <a:ext cx="3664458" cy="723900"/>
          </a:xfrm>
          <a:prstGeom prst="rect">
            <a:avLst/>
          </a:prstGeom>
          <a:solidFill>
            <a:srgbClr val="2F9E44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المكون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487418" y="1280160"/>
            <a:ext cx="6805422" cy="723900"/>
          </a:xfrm>
          <a:prstGeom prst="rect">
            <a:avLst/>
          </a:prstGeom>
          <a:solidFill>
            <a:srgbClr val="2F9E44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الغرض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" y="2004060"/>
            <a:ext cx="3664458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SmartRetailProject.exe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487418" y="2004060"/>
            <a:ext cx="6805422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تشغيل المشروع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22960" y="2727960"/>
            <a:ext cx="3664458" cy="7239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runtime/node.exe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87418" y="2727960"/>
            <a:ext cx="6805422" cy="7239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تشغيل Node دون تثبيت خارجي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22960" y="3451860"/>
            <a:ext cx="3664458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487418" y="3451860"/>
            <a:ext cx="6805422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الكود والخادم والواجهة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2960" y="4175760"/>
            <a:ext cx="3664458" cy="7239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data/warehouse/reports/docs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487418" y="4175760"/>
            <a:ext cx="6805422" cy="7239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المخرجات والقاعدة والتقارير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22960" y="4899660"/>
            <a:ext cx="3664458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START_PROJECT.cmd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487418" y="4899660"/>
            <a:ext cx="6805422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بديل تشغيل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سيناريو التشغيل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ما الذي يراه المستخدم؟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2194560"/>
            <a:ext cx="1664208" cy="804672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EXE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2331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 txBox="1"/>
          <p:nvPr/>
        </p:nvSpPr>
        <p:spPr>
          <a:xfrm>
            <a:off x="2926080" y="2194560"/>
            <a:ext cx="1664208" cy="80467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Server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617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5212080" y="2194560"/>
            <a:ext cx="1664208" cy="804672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API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6903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 txBox="1"/>
          <p:nvPr/>
        </p:nvSpPr>
        <p:spPr>
          <a:xfrm>
            <a:off x="7498080" y="2194560"/>
            <a:ext cx="1664208" cy="804672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Browser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9189720" y="259689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5" name="Shape 15"/>
          <p:cNvSpPr txBox="1"/>
          <p:nvPr/>
        </p:nvSpPr>
        <p:spPr>
          <a:xfrm>
            <a:off x="9784080" y="2194560"/>
            <a:ext cx="1664208" cy="804672"/>
          </a:xfrm>
          <a:prstGeom prst="round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GUI</a:t>
            </a:r>
          </a:p>
        </p:txBody>
      </p:sp>
      <p:sp>
        <p:nvSpPr>
          <p:cNvPr id="16" name="Shape 16"/>
          <p:cNvSpPr/>
          <p:nvPr/>
        </p:nvSpPr>
        <p:spPr>
          <a:xfrm>
            <a:off x="914400" y="3794760"/>
            <a:ext cx="102412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1036808" y="3794760"/>
            <a:ext cx="118872" cy="11887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8" name="Shape 18"/>
          <p:cNvSpPr txBox="1"/>
          <p:nvPr/>
        </p:nvSpPr>
        <p:spPr>
          <a:xfrm>
            <a:off x="1143000" y="3959352"/>
            <a:ext cx="9738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ملاحظة تشغيل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1143000" y="4453128"/>
            <a:ext cx="9738360" cy="384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يجب ترك نافذة التشغيل مفتوحة أثناء استخدام الواجهة؛ إغلاقها يوقف الخادم المحلي.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الأخطاء المتوقعة وحلولها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رسائل سهلة للمستخدم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234440"/>
            <a:ext cx="3808476" cy="914400"/>
          </a:xfrm>
          <a:prstGeom prst="rect">
            <a:avLst/>
          </a:prstGeom>
          <a:solidFill>
            <a:srgbClr val="2F9E44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المشكلة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494276" y="1234440"/>
            <a:ext cx="7072884" cy="914400"/>
          </a:xfrm>
          <a:prstGeom prst="rect">
            <a:avLst/>
          </a:prstGeom>
          <a:solidFill>
            <a:srgbClr val="2F9E44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الحل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2148840"/>
            <a:ext cx="38084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EXE محظور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494276" y="2148840"/>
            <a:ext cx="707288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استخدم START_PROJECT.cmd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85800" y="3063240"/>
            <a:ext cx="3808476" cy="9144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المنفذ 4173 مشغول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494276" y="3063240"/>
            <a:ext cx="7072884" cy="9144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أغلق التطبيق الآخر أو شغل server.mjs بمنفذ مختلف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3977640"/>
            <a:ext cx="3808476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runtime مفقود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494276" y="3977640"/>
            <a:ext cx="707288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انقل مجلد SmartRetailPro كاملًا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85800" y="4892040"/>
            <a:ext cx="3808476" cy="9144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Python غير مثبت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494276" y="4892040"/>
            <a:ext cx="7072884" cy="91440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ملف EXE لا يحتاج Python؛ Python فقط للنسخة الإضافية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خلاصة التشغيل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النقاط الأساسية التي يجب تذكرها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1417320"/>
            <a:ext cx="1001268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945368" y="1417320"/>
            <a:ext cx="118872" cy="397764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280160" y="1581912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75688"/>
            <a:ext cx="9509760" cy="31729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طريقة التشغيل الأساسية هي EXE.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المشروع لا يحتاج Node مثبتًا خارجيًا.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النسخة المحمولة تحتوي كل الملفات.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الخادم محلي وآمن على 127.0.0.1.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Specialized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7057A3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Specialized Presentation Generator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Specialized Presentation</dc:title>
  <dc:creator>Codex</dc:creator>
  <dc:description>Specialized PowerPoint deck for Smart Retail Pro.</dc:description>
  <dcterms:created xsi:type="dcterms:W3CDTF">2026-05-05T22:04:28.011Z</dcterms:created>
  <dcterms:modified xsi:type="dcterms:W3CDTF">2026-05-05T22:04:28.011Z</dcterms:modified>
</cp:coreProperties>
</file>