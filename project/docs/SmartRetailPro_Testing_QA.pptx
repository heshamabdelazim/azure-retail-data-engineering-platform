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Testing &amp; QA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اختبارات الكود وجودة البيانات والتحقق من التشغيل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QA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أنواع الاختبارات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اختبارات Node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اختبارات Python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جودة البيانات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سلامة SQL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مخاطر وحلول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أنواع الاختبارات في المشروع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الكود + البيانات + التشغيل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3995928" y="1325880"/>
            <a:ext cx="118872" cy="34747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Code Tests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parseCsv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runPipeline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وجود SQLite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وجود التقارير</a:t>
            </a:r>
          </a:p>
        </p:txBody>
      </p:sp>
      <p:sp>
        <p:nvSpPr>
          <p:cNvPr id="11" name="Shape 11"/>
          <p:cNvSpPr/>
          <p:nvPr/>
        </p:nvSpPr>
        <p:spPr>
          <a:xfrm>
            <a:off x="438912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653528" y="1325880"/>
            <a:ext cx="118872" cy="34747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177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Data QA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772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Retention rate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Duplicate rate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Invalid amount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Rejected rows</a:t>
            </a:r>
          </a:p>
        </p:txBody>
      </p:sp>
      <p:sp>
        <p:nvSpPr>
          <p:cNvPr id="15" name="Shape 15"/>
          <p:cNvSpPr/>
          <p:nvPr/>
        </p:nvSpPr>
        <p:spPr>
          <a:xfrm>
            <a:off x="8046720" y="1325880"/>
            <a:ext cx="3383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1311128" y="132588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2753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Runtime QA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275320" y="1984248"/>
            <a:ext cx="28803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EXE يعمل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API يستجيب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واجهة تفتح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ملفات موجودة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اختبارات Node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app/tests.mjs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80160"/>
            <a:ext cx="5486400" cy="41605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1 | import assert from "node:assert/strict";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2 | import fs from "node:fs";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3 | import { parseCsv } from "./lib/csv.mjs";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import { runPipeline } from "./pipeline.mjs";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import { paths } from "./config.mjs";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assert.deepEqual(parseCsv('a,b\n1,"x,y"\n'), [["a", "b"], ["1", "x,y"]]);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const summary = await runPipeline({ days: 2, customers: 20, products: 12, seed: 11 }, () =&gt; {});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assert.equal(summary.status, "success");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assert.ok(fs.existsSync(paths.warehouseFile));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assert.ok(fs.existsSync(paths.reports));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console.log("All Smart Retail Pro checks passed.");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80160"/>
            <a:ext cx="475488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80160"/>
            <a:ext cx="118872" cy="41605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720840" y="144475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النتيجة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720840" y="1938528"/>
            <a:ext cx="4251960" cy="33558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All Smart Retail Pro checks passed.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تم تشغيل Pipeline الرئيسي بعد الإضافات.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تم التحقق من SQLite Views.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جودة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مقاييس فعلية من آخر تشغيل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150876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" name="Shape 8"/>
          <p:cNvSpPr/>
          <p:nvPr/>
        </p:nvSpPr>
        <p:spPr>
          <a:xfrm>
            <a:off x="2788920" y="1600200"/>
            <a:ext cx="7040880" cy="292608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2788920" y="1600200"/>
            <a:ext cx="7040880" cy="292608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9921240" y="1508760"/>
            <a:ext cx="868680" cy="475488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3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2,122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14400" y="233172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2" name="Shape 12"/>
          <p:cNvSpPr/>
          <p:nvPr/>
        </p:nvSpPr>
        <p:spPr>
          <a:xfrm>
            <a:off x="2788920" y="2423160"/>
            <a:ext cx="7040880" cy="292608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2788920" y="2423160"/>
            <a:ext cx="6662623" cy="292608"/>
          </a:xfrm>
          <a:prstGeom prst="rect">
            <a:avLst/>
          </a:prstGeom>
          <a:solidFill>
            <a:srgbClr val="2F9E44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9921240" y="2331720"/>
            <a:ext cx="868680" cy="475488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3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2,008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914400" y="3154680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16" name="Shape 16"/>
          <p:cNvSpPr/>
          <p:nvPr/>
        </p:nvSpPr>
        <p:spPr>
          <a:xfrm>
            <a:off x="2788920" y="3246120"/>
            <a:ext cx="7040880" cy="292608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2788920" y="3246120"/>
            <a:ext cx="378257" cy="292608"/>
          </a:xfrm>
          <a:prstGeom prst="rect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9921240" y="3154680"/>
            <a:ext cx="868680" cy="475488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3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4297680"/>
            <a:ext cx="28346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042416" y="446227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042416" y="486460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94.63%</a:t>
            </a:r>
          </a:p>
        </p:txBody>
      </p:sp>
      <p:sp>
        <p:nvSpPr>
          <p:cNvPr id="22" name="Shape 22"/>
          <p:cNvSpPr/>
          <p:nvPr/>
        </p:nvSpPr>
        <p:spPr>
          <a:xfrm>
            <a:off x="4480560" y="4297680"/>
            <a:ext cx="28346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4608576" y="446227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Duplicate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608576" y="486460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1.13%</a:t>
            </a:r>
          </a:p>
        </p:txBody>
      </p:sp>
      <p:sp>
        <p:nvSpPr>
          <p:cNvPr id="25" name="Shape 25"/>
          <p:cNvSpPr/>
          <p:nvPr/>
        </p:nvSpPr>
        <p:spPr>
          <a:xfrm>
            <a:off x="8046720" y="4297680"/>
            <a:ext cx="28346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8174736" y="446227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Invalid Amount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174736" y="486460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0.94%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سلامة الاستعلامات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Read-only SQL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34440"/>
            <a:ext cx="5486400" cy="42062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124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125 | function dbQuery(input)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126 |   const sql = String(input.sql || "").trim().replace(/;+\s*$/, 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127 |   if (!/^(select|with|pragma)\s/i.test(sql) || sql.includes(";")) throw new Error("Read-only SELECT/WITH/PRAGMA queries only.");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128 |   const db = new DatabaseSync(paths.warehouseFile, { readOnly: true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129 |   try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130 |     const started = Date.now();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131 |     const rows = db.prepare(sql).all();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132 |     return { rows: rows.slice(0, 500), rowCount: rows.length, shownRows: Math.min(rows.length, 500), durationMs: Date.now() - started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133 |   } finally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134 |     db.close();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135 |   }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34440"/>
            <a:ext cx="47548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34440"/>
            <a:ext cx="118872" cy="420624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720840" y="13990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سبب الحماية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720840" y="1892808"/>
            <a:ext cx="4251960" cy="34015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منع INSERT/UPDATE/DELETE من الواجهة.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منع تنفيذ أكثر من استعلام في نفس الطلب.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حماية قاعدة البيانات من التعديل غير المقصود.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سلامة الملفات والمسارات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حماية الوصول داخل المشروع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34440"/>
            <a:ext cx="5486400" cy="42062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193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194 | function safePath(relative)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195 |   const clean = String(relative).replaceAll("\\", "/").replace(/^\/+/, 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196 |   const top = clean.split("/")[0];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197 |   if (!exposedRoots.includes(top) &amp;&amp; !rootFiles.includes(clean)) throw new Error("Path is not exposed.");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198 |   const abs = path.resolve(rootDir, clean);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199 |   if (!(abs === rootDir || abs.startsWith(`${rootDir}${path.sep}`))) throw new Error("Path is outside project.");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200 |   return abs;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34440"/>
            <a:ext cx="47548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34440"/>
            <a:ext cx="118872" cy="420624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720840" y="13990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ما الذي تمنعه؟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720840" y="1892808"/>
            <a:ext cx="4251960" cy="34015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الخروج خارج مجلد المشروع.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فتح ملفات غير مصرح بها.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تصفح جذور غير معرفة في الواجهة.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مخاطر وحلول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كيف ترد في المناقشة؟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80160"/>
            <a:ext cx="3884371" cy="746760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الخطر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615891" y="1280160"/>
            <a:ext cx="6905549" cy="746760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الحل داخل المشروع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026920"/>
            <a:ext cx="3884371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عدم وجود Node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615891" y="2026920"/>
            <a:ext cx="6905549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Runtime محلي داخل runtime/node.exe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31520" y="2773680"/>
            <a:ext cx="3884371" cy="74676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عدم وجود Python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615891" y="2773680"/>
            <a:ext cx="6905549" cy="74676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Python اختياري؛ EXE لا يحتاجه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31520" y="3520440"/>
            <a:ext cx="3884371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بيانات غير نظيفة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5891" y="3520440"/>
            <a:ext cx="6905549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Silver rejects + quality report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731520" y="4267200"/>
            <a:ext cx="3884371" cy="74676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استعلامات خطرة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615891" y="4267200"/>
            <a:ext cx="6905549" cy="74676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Read-only SQL validation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31520" y="5013960"/>
            <a:ext cx="3884371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نقل ناقص للملفات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615891" y="5013960"/>
            <a:ext cx="6905549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Portable zip يحتوي المجلد كاملًا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الاختبارات والجودة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الاختبارات تغطي تشغيل Pipeline الأساسي.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جودة البيانات لها أرقام وتقارير.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الواجهة تحمي SQL والملفات.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المخاطر معروفة ولها حلول واضحة.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2026-05-05T22:04:28.067Z</dcterms:created>
  <dcterms:modified xsi:type="dcterms:W3CDTF">2026-05-05T22:04:28.067Z</dcterms:modified>
</cp:coreProperties>
</file>